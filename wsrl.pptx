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65" r:id="rId4"/>
    <p:sldId id="257" r:id="rId5"/>
    <p:sldId id="258" r:id="rId6"/>
    <p:sldId id="259" r:id="rId7"/>
    <p:sldId id="266" r:id="rId8"/>
    <p:sldId id="260" r:id="rId9"/>
    <p:sldId id="261" r:id="rId10"/>
    <p:sldId id="267" r:id="rId11"/>
    <p:sldId id="262" r:id="rId12"/>
    <p:sldId id="268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17C9-6B24-FDB6-10E9-4B638F66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51EAD-4420-B010-C553-DBA4E4F6D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58EC3-D92E-1E82-6D90-11682C34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45418-CE07-705F-C606-180DB31B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50237-33E0-967C-F449-DD12FAF9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96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50A1-2B94-F48E-E3C5-9E72B4EF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76836-AD79-F24D-FCC5-F1DA82B38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728DB-032E-1E41-505A-E0A16CF5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801AE-F7B6-7BDD-B480-21B14D4C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AB667-0B2A-F1FB-F11C-BBD0D93E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8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CC89-24A8-C6EB-5BAB-F68B5B4BB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A2675-E99C-A792-555D-6199DB90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A114E-6946-9165-A4F1-51447810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46B48-78E7-9397-4F0B-E358B9DA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EE07A-C0C6-A18B-55EA-58A431397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9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45957-E493-8958-44BF-4CAE7F5D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7B87-1FE8-EC14-7E85-325FE1B1B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BB93B-4C94-F95D-6FF4-DDB6D5E66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7E03B-97D6-7A58-E920-DE8DF846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F6AE9-F5D1-E24F-3B35-B8144C0D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171B4-30BD-5C45-D5BB-BAD770CB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2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5CF7-B4DA-074E-02F3-896114E3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5451D-C8F5-4C98-E400-1989F7D1A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015E1-0DDA-8FEF-EC48-D7AA14161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0E005-3F8D-1C36-3948-189C4322A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4C0D3-4144-B718-9C03-19CE80563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E281BB-17C9-73D2-9CEA-7A5C7092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CDEFF-19EF-4AE2-14EE-151E966F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CCC7BA-FBCE-A720-A3CB-BF5A85BFB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3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3294-0B2E-5A93-017D-453E8B8F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C61FC1-AE72-2CF1-F103-47FDDF83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3E382-1B48-97EA-AC98-FEDE8BFD9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3FD90-3E4B-15CD-A906-5C497CD7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89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8C694-E56B-561A-3DA9-6215CBDB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35BEB3-5CC0-72FA-BE4F-237E8CA38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7B4D3-9A37-2898-2939-0FAFB2C7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0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15AE-EFE3-3129-D24C-8B85909A0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2A5D6-D21B-D9F0-2AA4-6B0F97AAB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82C77-9C1B-0D74-5D9B-A3DACD6D9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2E027-3B7B-1970-1936-B96385F7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CD59F-E675-7999-4517-CD71C833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E693B-769C-CB01-DDE8-BE923AB2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19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3C25-254B-B198-56AE-BD6E63E9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5BFC2-410B-790C-6275-1B8A62C59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7F5D5-52C2-5EBC-746B-276E4B7AD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4BC83-17DC-04C1-9691-75BF4CE7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ED0AA-AE18-CFBF-1803-0AC98BC22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EE452-55C8-7A22-3FDB-E21907131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0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4147-B43C-D47E-E8ED-12A1EDBB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BFFAF-A40D-6891-7CB8-B323CA74F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21EB5-E81E-4EF3-1C4E-750DAC6E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2AF07-76CB-F6A2-0B22-D8DEDD1D9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D0800-1FFF-0243-2C90-C0BF3314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6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F9CB4-B2D2-7959-446A-6288A331F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B89DA-201D-D5EB-D4A3-42B5A7659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77585-49C8-62E5-3841-E22ED65A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6B936-822C-D555-8675-CFD8AA36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6BB27-F266-BCE9-DE46-21C645C3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42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912CA-EF03-FB39-7CC8-DC0785497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97400-8924-50AF-3C2C-1CB5BC44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C4AF0-6590-56C0-E1D3-FC32977C4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813C2-75A8-4228-B576-181059B54105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2988A-901F-13F3-7814-2E82320C4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E5620-54E7-0156-2298-F72E601A9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64282-4036-41EF-BA1C-0E7A8F64A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5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D06CD18-24BA-612B-1669-D95D74427D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205180"/>
            <a:ext cx="5157787" cy="228437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0B508F-FA18-EF38-23F5-8A472D5AAE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User management is OK.</a:t>
            </a:r>
          </a:p>
          <a:p>
            <a:r>
              <a:rPr lang="en-US" dirty="0"/>
              <a:t>The main issue is the localhost. We need to configure the Wi-Fi to cover the entire laboratory.</a:t>
            </a:r>
          </a:p>
          <a:p>
            <a:r>
              <a:rPr lang="en-US" dirty="0"/>
              <a:t>Both HRMS user credentials (username and password) and manually created user accounts should work.</a:t>
            </a:r>
          </a:p>
        </p:txBody>
      </p:sp>
    </p:spTree>
    <p:extLst>
      <p:ext uri="{BB962C8B-B14F-4D97-AF65-F5344CB8AC3E}">
        <p14:creationId xmlns:p14="http://schemas.microsoft.com/office/powerpoint/2010/main" val="4123083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8FAA00B8-9FAD-DB51-B1CC-EFC69AEDBF0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3225805"/>
            <a:ext cx="5183188" cy="2243128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9000EA9-E1AD-1A38-FDB6-8CD84C378E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3198882"/>
            <a:ext cx="5157787" cy="2296974"/>
          </a:xfrm>
        </p:spPr>
      </p:pic>
    </p:spTree>
    <p:extLst>
      <p:ext uri="{BB962C8B-B14F-4D97-AF65-F5344CB8AC3E}">
        <p14:creationId xmlns:p14="http://schemas.microsoft.com/office/powerpoint/2010/main" val="367434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9000EA9-E1AD-1A38-FDB6-8CD84C378E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198882"/>
            <a:ext cx="5157787" cy="2296974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03CA9-FECC-2678-C730-06442709AB4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/>
              <a:t>Automated Scheduling:</a:t>
            </a:r>
            <a:r>
              <a:rPr lang="en-US" dirty="0"/>
              <a:t> "Run Digest for All Users" and "Send Notification" should work properly.</a:t>
            </a:r>
          </a:p>
        </p:txBody>
      </p:sp>
    </p:spTree>
    <p:extLst>
      <p:ext uri="{BB962C8B-B14F-4D97-AF65-F5344CB8AC3E}">
        <p14:creationId xmlns:p14="http://schemas.microsoft.com/office/powerpoint/2010/main" val="136096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E4F3F06-E824-E50D-23A1-7670808F56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208612"/>
            <a:ext cx="5157787" cy="227751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0B508F-FA18-EF38-23F5-8A472D5AAE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223035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04B98F9-868A-ED4C-9ABC-F4D6DC5C76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253236"/>
            <a:ext cx="5157787" cy="2188266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0B508F-FA18-EF38-23F5-8A472D5AAE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381912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793A5-1776-56D6-E07E-6B3CC260CD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Average trend missing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F767CF8-FDB5-4493-637B-ED0226F7CA8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3330127"/>
            <a:ext cx="5183188" cy="2034483"/>
          </a:xfrm>
        </p:spPr>
      </p:pic>
    </p:spTree>
    <p:extLst>
      <p:ext uri="{BB962C8B-B14F-4D97-AF65-F5344CB8AC3E}">
        <p14:creationId xmlns:p14="http://schemas.microsoft.com/office/powerpoint/2010/main" val="422598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793A5-1776-56D6-E07E-6B3CC260CD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average trend should be added.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F767CF8-FDB5-4493-637B-ED0226F7CA8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3330127"/>
            <a:ext cx="5183188" cy="2034483"/>
          </a:xfrm>
        </p:spPr>
      </p:pic>
    </p:spTree>
    <p:extLst>
      <p:ext uri="{BB962C8B-B14F-4D97-AF65-F5344CB8AC3E}">
        <p14:creationId xmlns:p14="http://schemas.microsoft.com/office/powerpoint/2010/main" val="168678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6E0A900-09AF-3152-D50B-AC376CECAC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195425"/>
            <a:ext cx="5157787" cy="230388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1E1C379-5F9F-4B8B-E59C-7B076D962EE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327789"/>
            <a:ext cx="5183188" cy="2039159"/>
          </a:xfrm>
        </p:spPr>
      </p:pic>
    </p:spTree>
    <p:extLst>
      <p:ext uri="{BB962C8B-B14F-4D97-AF65-F5344CB8AC3E}">
        <p14:creationId xmlns:p14="http://schemas.microsoft.com/office/powerpoint/2010/main" val="617173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F4EE37A-A24F-B5C0-424B-F2C4D163B6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226440"/>
            <a:ext cx="5157787" cy="2241857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0B508F-FA18-EF38-23F5-8A472D5AAE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 clickable calendar should be added to select the date.</a:t>
            </a:r>
          </a:p>
        </p:txBody>
      </p:sp>
    </p:spTree>
    <p:extLst>
      <p:ext uri="{BB962C8B-B14F-4D97-AF65-F5344CB8AC3E}">
        <p14:creationId xmlns:p14="http://schemas.microsoft.com/office/powerpoint/2010/main" val="266489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0B508F-FA18-EF38-23F5-8A472D5AAE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The document upload feature with OCR should work properly.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1226BD2-B498-00EF-2BD6-790DEE882B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227835"/>
            <a:ext cx="5157787" cy="2239068"/>
          </a:xfrm>
        </p:spPr>
      </p:pic>
    </p:spTree>
    <p:extLst>
      <p:ext uri="{BB962C8B-B14F-4D97-AF65-F5344CB8AC3E}">
        <p14:creationId xmlns:p14="http://schemas.microsoft.com/office/powerpoint/2010/main" val="1109381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DABFDA1-8F67-D4D9-B79C-C335EEF1B8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453505"/>
            <a:ext cx="5157787" cy="178772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0B508F-FA18-EF38-23F5-8A472D5AAE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Clicking "Review" should redirect with the appropriate filter applied, not show all records.</a:t>
            </a:r>
          </a:p>
        </p:txBody>
      </p:sp>
    </p:spTree>
    <p:extLst>
      <p:ext uri="{BB962C8B-B14F-4D97-AF65-F5344CB8AC3E}">
        <p14:creationId xmlns:p14="http://schemas.microsoft.com/office/powerpoint/2010/main" val="3414299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A9A15-6BBF-26D4-12AC-7A19C99F4A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Absent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A84884A-4FA7-EEC9-1F75-13F4EADF652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An Install button should be added for mobile app installation.</a:t>
            </a:r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29AEFC-FD07-9648-B34F-5983CEBBD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427" y="4098535"/>
            <a:ext cx="35814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24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82837-2760-4B54-0E68-791F8C0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C6365-06A7-89B8-64AD-053FA913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793A5-1776-56D6-E07E-6B3CC260CD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Now ok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86AE8-219D-310B-6E14-5A6550DB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Requirement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0B508F-FA18-EF38-23F5-8A472D5AAE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We will verify the functionality after entering real data and reviewing the details.</a:t>
            </a:r>
          </a:p>
        </p:txBody>
      </p:sp>
    </p:spTree>
    <p:extLst>
      <p:ext uri="{BB962C8B-B14F-4D97-AF65-F5344CB8AC3E}">
        <p14:creationId xmlns:p14="http://schemas.microsoft.com/office/powerpoint/2010/main" val="3206634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178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User</vt:lpstr>
      <vt:lpstr>Setting</vt:lpstr>
      <vt:lpstr>Setting</vt:lpstr>
      <vt:lpstr>Chemical</vt:lpstr>
      <vt:lpstr>Documents</vt:lpstr>
      <vt:lpstr>Trends</vt:lpstr>
      <vt:lpstr>Trends</vt:lpstr>
      <vt:lpstr>Calendar</vt:lpstr>
      <vt:lpstr>Instruments</vt:lpstr>
      <vt:lpstr>Instruments</vt:lpstr>
      <vt:lpstr>Dashboard</vt:lpstr>
      <vt:lpstr>Dashboard</vt:lpstr>
      <vt:lpstr>AI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Mofizul Islam</dc:creator>
  <cp:lastModifiedBy>Md. Mofizul Islam</cp:lastModifiedBy>
  <cp:revision>31</cp:revision>
  <dcterms:created xsi:type="dcterms:W3CDTF">2026-06-30T09:13:09Z</dcterms:created>
  <dcterms:modified xsi:type="dcterms:W3CDTF">2026-06-30T10:43:07Z</dcterms:modified>
</cp:coreProperties>
</file>